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 Supply Chain Production Inventory Model for Deteriorationg Product with Stock Dependent Demand under Inflationary Environment and Partial Backlogging</a:t>
            </a:r>
          </a:p>
        </p:txBody>
      </p:sp>
      <p:sp>
        <p:nvSpPr>
          <p:cNvPr id="3" name="Subtitle 2"/>
          <p:cNvSpPr>
            <a:spLocks noGrp="1"/>
          </p:cNvSpPr>
          <p:nvPr>
            <p:ph type="subTitle" idx="1"/>
          </p:nvPr>
        </p:nvSpPr>
        <p:spPr/>
        <p:txBody>
          <a:bodyPr/>
          <a:lstStyle/>
          <a:p>
            <a:r>
              <a:t>Authors: Deepa Khurana, S.R. Pundir, Shilpy Tayal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p>
            <a:pPr/>
            <a:r>
              <a:t>Classical inventory models often ignore the impact of inflation, which can lead to misleading results. Additionally, assuming constant or time-dependent demand rates is insufficient for many products where demand depends on the available stock level. The existing models also often unrealistically assume either complete backlogging or complete loss of demand during stockouts.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p>
            <a:pPr/>
            <a:r>
              <a:t>Develop a two-echelon supply chain production inventory model for deteriorating products, incorporating stock-dependent demand, an inflationary environment, and partial backlogging. The aim is to create a more realistic model by considering these combined factors.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p>
            <a:pPr/>
            <a:r>
              <a:t>The model considers a finite time horizon and allows for shortages with partial backlogging at a constant rate. The production rate is assumed to be a function of the demand rate, which is, in turn, a function of the available stock level. Mathematical modeling is used to represent the vendor's inventory and determine optimal policies.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 Findings</a:t>
            </a:r>
          </a:p>
        </p:txBody>
      </p:sp>
      <p:sp>
        <p:nvSpPr>
          <p:cNvPr id="3" name="Content Placeholder 2"/>
          <p:cNvSpPr>
            <a:spLocks noGrp="1"/>
          </p:cNvSpPr>
          <p:nvPr>
            <p:ph idx="1"/>
          </p:nvPr>
        </p:nvSpPr>
        <p:spPr/>
        <p:txBody>
          <a:bodyPr/>
          <a:lstStyle/>
          <a:p/>
          <a:p>
            <a:pPr/>
            <a:r>
              <a:t>A numerical example and sensitivity analysis are presented to illustrate the model and assess the impact of different parameters.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
            <a:pPr/>
            <a:r>
              <a:t>The study combines realistic features such as stock-dependent demand, demand-dependent production, partial backlogging, and inflationary environment into a single production inventory model. The model provides a more comprehensive approach to inventory management.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Keywords</a:t>
            </a:r>
          </a:p>
        </p:txBody>
      </p:sp>
      <p:sp>
        <p:nvSpPr>
          <p:cNvPr id="3" name="Content Placeholder 2"/>
          <p:cNvSpPr>
            <a:spLocks noGrp="1"/>
          </p:cNvSpPr>
          <p:nvPr>
            <p:ph idx="1"/>
          </p:nvPr>
        </p:nvSpPr>
        <p:spPr/>
        <p:txBody>
          <a:bodyPr/>
          <a:lstStyle/>
          <a:p/>
          <a:p>
            <a:pPr/>
            <a:r>
              <a:t>Deterioration, Inflation, Inventory, Stock dependent demand, Shortages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